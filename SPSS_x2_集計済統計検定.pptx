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807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441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36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0799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31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310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054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27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17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114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031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39697-EAF0-4F51-B7D1-F2FA292F7174}" type="datetimeFigureOut">
              <a:rPr kumimoji="1" lang="ja-JP" altLang="en-US" smtClean="0"/>
              <a:t>2023/6/14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E9365-F761-44C4-B208-CF71EFE365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403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/>
          <p:cNvGrpSpPr/>
          <p:nvPr/>
        </p:nvGrpSpPr>
        <p:grpSpPr>
          <a:xfrm>
            <a:off x="157942" y="573578"/>
            <a:ext cx="6808123" cy="5642933"/>
            <a:chOff x="157942" y="142526"/>
            <a:chExt cx="7751047" cy="6073985"/>
          </a:xfrm>
        </p:grpSpPr>
        <p:pic>
          <p:nvPicPr>
            <p:cNvPr id="8" name="図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4457" y="327192"/>
              <a:ext cx="7324532" cy="5889319"/>
            </a:xfrm>
            <a:prstGeom prst="rect">
              <a:avLst/>
            </a:prstGeom>
          </p:spPr>
        </p:pic>
        <p:sp>
          <p:nvSpPr>
            <p:cNvPr id="5" name="角丸四角形 4"/>
            <p:cNvSpPr/>
            <p:nvPr/>
          </p:nvSpPr>
          <p:spPr>
            <a:xfrm>
              <a:off x="584457" y="4538749"/>
              <a:ext cx="3588532" cy="540327"/>
            </a:xfrm>
            <a:prstGeom prst="roundRect">
              <a:avLst>
                <a:gd name="adj" fmla="val 1359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157942" y="440574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 smtClean="0"/>
                <a:t>❶</a:t>
              </a:r>
              <a:endParaRPr kumimoji="1" lang="ja-JP" altLang="en-US" dirty="0"/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5622277" y="1425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 smtClean="0"/>
                <a:t>❶</a:t>
              </a:r>
              <a:endParaRPr kumimoji="1" lang="ja-JP" altLang="en-US" dirty="0"/>
            </a:p>
          </p:txBody>
        </p:sp>
        <p:sp>
          <p:nvSpPr>
            <p:cNvPr id="9" name="角丸四角形 8"/>
            <p:cNvSpPr/>
            <p:nvPr/>
          </p:nvSpPr>
          <p:spPr>
            <a:xfrm>
              <a:off x="5835534" y="473825"/>
              <a:ext cx="640080" cy="290945"/>
            </a:xfrm>
            <a:prstGeom prst="roundRect">
              <a:avLst>
                <a:gd name="adj" fmla="val 1359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角丸四角形 9"/>
            <p:cNvSpPr/>
            <p:nvPr/>
          </p:nvSpPr>
          <p:spPr>
            <a:xfrm>
              <a:off x="5893722" y="5519650"/>
              <a:ext cx="1404851" cy="290945"/>
            </a:xfrm>
            <a:prstGeom prst="roundRect">
              <a:avLst>
                <a:gd name="adj" fmla="val 1359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5469775" y="531183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❷</a:t>
              </a:r>
              <a:endParaRPr kumimoji="1" lang="ja-JP" altLang="en-US" dirty="0"/>
            </a:p>
          </p:txBody>
        </p:sp>
      </p:grpSp>
      <p:grpSp>
        <p:nvGrpSpPr>
          <p:cNvPr id="12" name="グループ化 11"/>
          <p:cNvGrpSpPr/>
          <p:nvPr/>
        </p:nvGrpSpPr>
        <p:grpSpPr>
          <a:xfrm>
            <a:off x="7277917" y="1604355"/>
            <a:ext cx="4834975" cy="3273015"/>
            <a:chOff x="311850" y="490453"/>
            <a:chExt cx="5317130" cy="3599408"/>
          </a:xfrm>
        </p:grpSpPr>
        <p:pic>
          <p:nvPicPr>
            <p:cNvPr id="13" name="図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850" y="490453"/>
              <a:ext cx="5317130" cy="3599408"/>
            </a:xfrm>
            <a:prstGeom prst="rect">
              <a:avLst/>
            </a:prstGeom>
          </p:spPr>
        </p:pic>
        <p:sp>
          <p:nvSpPr>
            <p:cNvPr id="14" name="テキスト ボックス 13"/>
            <p:cNvSpPr txBox="1"/>
            <p:nvPr/>
          </p:nvSpPr>
          <p:spPr>
            <a:xfrm>
              <a:off x="3042459" y="229015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 smtClean="0"/>
                <a:t>❸</a:t>
              </a:r>
              <a:endParaRPr kumimoji="1" lang="ja-JP" altLang="en-US" dirty="0"/>
            </a:p>
          </p:txBody>
        </p:sp>
        <p:sp>
          <p:nvSpPr>
            <p:cNvPr id="15" name="角丸四角形 14"/>
            <p:cNvSpPr/>
            <p:nvPr/>
          </p:nvSpPr>
          <p:spPr>
            <a:xfrm>
              <a:off x="1745672" y="490453"/>
              <a:ext cx="698269" cy="357445"/>
            </a:xfrm>
            <a:prstGeom prst="roundRect">
              <a:avLst>
                <a:gd name="adj" fmla="val 1359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角丸四角形 15"/>
            <p:cNvSpPr/>
            <p:nvPr/>
          </p:nvSpPr>
          <p:spPr>
            <a:xfrm>
              <a:off x="3408218" y="2335879"/>
              <a:ext cx="1446415" cy="590201"/>
            </a:xfrm>
            <a:prstGeom prst="roundRect">
              <a:avLst>
                <a:gd name="adj" fmla="val 1359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" name="テキスト ボックス 17"/>
          <p:cNvSpPr txBox="1"/>
          <p:nvPr/>
        </p:nvSpPr>
        <p:spPr>
          <a:xfrm>
            <a:off x="1487978" y="139770"/>
            <a:ext cx="908453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既にクロス集計表にまとめられた表から、カイ</a:t>
            </a:r>
            <a:r>
              <a:rPr lang="en-US" altLang="ja-JP" dirty="0">
                <a:solidFill>
                  <a:schemeClr val="bg1"/>
                </a:solidFill>
              </a:rPr>
              <a:t>2</a:t>
            </a:r>
            <a:r>
              <a:rPr lang="ja-JP" altLang="en-US" dirty="0">
                <a:solidFill>
                  <a:schemeClr val="bg1"/>
                </a:solidFill>
              </a:rPr>
              <a:t>乗検定を実行することが出来ますか</a:t>
            </a:r>
            <a:r>
              <a:rPr lang="ja-JP" altLang="en-US" dirty="0" smtClean="0">
                <a:solidFill>
                  <a:schemeClr val="bg1"/>
                </a:solidFill>
              </a:rPr>
              <a:t>？</a:t>
            </a:r>
            <a:endParaRPr lang="ja-JP" altLang="en-US" dirty="0">
              <a:solidFill>
                <a:schemeClr val="bg1"/>
              </a:solidFill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457200" y="2202873"/>
            <a:ext cx="3227354" cy="8395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967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図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19" y="556955"/>
            <a:ext cx="10595955" cy="5569764"/>
          </a:xfrm>
          <a:prstGeom prst="rect">
            <a:avLst/>
          </a:prstGeom>
        </p:spPr>
      </p:pic>
      <p:sp>
        <p:nvSpPr>
          <p:cNvPr id="14" name="角丸四角形 13"/>
          <p:cNvSpPr/>
          <p:nvPr/>
        </p:nvSpPr>
        <p:spPr>
          <a:xfrm>
            <a:off x="3183043" y="556955"/>
            <a:ext cx="562214" cy="193338"/>
          </a:xfrm>
          <a:prstGeom prst="roundRect">
            <a:avLst>
              <a:gd name="adj" fmla="val 1359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角丸四角形 14"/>
          <p:cNvSpPr/>
          <p:nvPr/>
        </p:nvSpPr>
        <p:spPr>
          <a:xfrm>
            <a:off x="3332676" y="1346659"/>
            <a:ext cx="998257" cy="176713"/>
          </a:xfrm>
          <a:prstGeom prst="roundRect">
            <a:avLst>
              <a:gd name="adj" fmla="val 1359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角丸四角形 15"/>
          <p:cNvSpPr/>
          <p:nvPr/>
        </p:nvSpPr>
        <p:spPr>
          <a:xfrm>
            <a:off x="4878840" y="2169619"/>
            <a:ext cx="1167729" cy="163412"/>
          </a:xfrm>
          <a:prstGeom prst="roundRect">
            <a:avLst>
              <a:gd name="adj" fmla="val 1359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2919539" y="31778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❹</a:t>
            </a:r>
            <a:endParaRPr kumimoji="1" lang="ja-JP" altLang="en-US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127362" y="11241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❺</a:t>
            </a:r>
            <a:endParaRPr kumimoji="1"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623650" y="196369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❻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/>
        </p:nvSpPr>
        <p:spPr>
          <a:xfrm>
            <a:off x="1820487" y="989214"/>
            <a:ext cx="573578" cy="340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/>
        </p:nvSpPr>
        <p:spPr>
          <a:xfrm>
            <a:off x="1194652" y="1176972"/>
            <a:ext cx="783776" cy="2789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カギ線コネクタ 24"/>
          <p:cNvCxnSpPr>
            <a:stCxn id="27" idx="2"/>
          </p:cNvCxnSpPr>
          <p:nvPr/>
        </p:nvCxnSpPr>
        <p:spPr>
          <a:xfrm rot="16200000" flipH="1">
            <a:off x="4008543" y="-171997"/>
            <a:ext cx="2552762" cy="57934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/>
          <p:cNvSpPr/>
          <p:nvPr/>
        </p:nvSpPr>
        <p:spPr>
          <a:xfrm>
            <a:off x="2052240" y="1169383"/>
            <a:ext cx="671950" cy="2789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カギ線コネクタ 28"/>
          <p:cNvCxnSpPr>
            <a:stCxn id="23" idx="2"/>
          </p:cNvCxnSpPr>
          <p:nvPr/>
        </p:nvCxnSpPr>
        <p:spPr>
          <a:xfrm rot="16200000" flipH="1">
            <a:off x="3947741" y="-905280"/>
            <a:ext cx="1988811" cy="67112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/>
          <p:cNvSpPr txBox="1"/>
          <p:nvPr/>
        </p:nvSpPr>
        <p:spPr>
          <a:xfrm>
            <a:off x="893621" y="100589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❼</a:t>
            </a:r>
            <a:endParaRPr kumimoji="1" lang="ja-JP" altLang="en-US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2000235" y="8834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684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11" y="599641"/>
            <a:ext cx="10410825" cy="5076825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8985328" y="1637607"/>
            <a:ext cx="1497022" cy="357448"/>
          </a:xfrm>
          <a:prstGeom prst="roundRect">
            <a:avLst>
              <a:gd name="adj" fmla="val 1359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655974" y="1222532"/>
            <a:ext cx="1114637" cy="514827"/>
          </a:xfrm>
          <a:prstGeom prst="roundRect">
            <a:avLst>
              <a:gd name="adj" fmla="val 1359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119085" y="94167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❿</a:t>
            </a:r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8750169" y="13739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❾</a:t>
            </a:r>
            <a:endParaRPr kumimoji="1" lang="ja-JP" altLang="en-US" dirty="0"/>
          </a:p>
        </p:txBody>
      </p:sp>
      <p:sp>
        <p:nvSpPr>
          <p:cNvPr id="13" name="角丸四角形 12"/>
          <p:cNvSpPr/>
          <p:nvPr/>
        </p:nvSpPr>
        <p:spPr>
          <a:xfrm>
            <a:off x="2634403" y="3217587"/>
            <a:ext cx="1646652" cy="323636"/>
          </a:xfrm>
          <a:prstGeom prst="roundRect">
            <a:avLst>
              <a:gd name="adj" fmla="val 1359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2457434" y="2961663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❿</a:t>
            </a:r>
            <a:r>
              <a:rPr lang="en-US" altLang="ja-JP" dirty="0" smtClean="0"/>
              <a:t>a</a:t>
            </a:r>
            <a:endParaRPr kumimoji="1" lang="ja-JP" altLang="en-US" dirty="0"/>
          </a:p>
        </p:txBody>
      </p:sp>
      <p:sp>
        <p:nvSpPr>
          <p:cNvPr id="15" name="角丸四角形 14"/>
          <p:cNvSpPr/>
          <p:nvPr/>
        </p:nvSpPr>
        <p:spPr>
          <a:xfrm>
            <a:off x="672599" y="2560320"/>
            <a:ext cx="1380645" cy="440576"/>
          </a:xfrm>
          <a:prstGeom prst="roundRect">
            <a:avLst>
              <a:gd name="adj" fmla="val 1359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729303" y="3171891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☑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522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281" y="132918"/>
            <a:ext cx="5270568" cy="672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78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35</Words>
  <Application>Microsoft Office PowerPoint</Application>
  <PresentationFormat>ワイド画面</PresentationFormat>
  <Paragraphs>14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tkjyoke</dc:creator>
  <cp:lastModifiedBy>tkjyoke</cp:lastModifiedBy>
  <cp:revision>8</cp:revision>
  <dcterms:created xsi:type="dcterms:W3CDTF">2023-06-14T06:24:27Z</dcterms:created>
  <dcterms:modified xsi:type="dcterms:W3CDTF">2023-06-14T07:52:03Z</dcterms:modified>
</cp:coreProperties>
</file>