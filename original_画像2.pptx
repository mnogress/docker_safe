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6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96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06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937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8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71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06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72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371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49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30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6121E-4994-4421-ACD8-6BB4FFEFBA5F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DDA5A-BCF5-462E-87D3-3534F6D205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314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84" y="786815"/>
            <a:ext cx="6324600" cy="4867275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962494" y="673768"/>
            <a:ext cx="280717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Jupyter Notebook </a:t>
            </a:r>
            <a:r>
              <a:rPr kumimoji="1" lang="ja-JP" altLang="en-US" dirty="0" smtClean="0"/>
              <a:t>で確認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681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287" y="1485900"/>
            <a:ext cx="4543425" cy="388620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4692409" y="1301234"/>
            <a:ext cx="280717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Jupyter Notebook </a:t>
            </a:r>
            <a:r>
              <a:rPr kumimoji="1" lang="ja-JP" altLang="en-US" dirty="0" smtClean="0"/>
              <a:t>で確認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909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tkjyoke</dc:creator>
  <cp:lastModifiedBy>tkjyoke</cp:lastModifiedBy>
  <cp:revision>2</cp:revision>
  <dcterms:created xsi:type="dcterms:W3CDTF">2023-03-10T02:14:18Z</dcterms:created>
  <dcterms:modified xsi:type="dcterms:W3CDTF">2023-03-10T03:01:57Z</dcterms:modified>
</cp:coreProperties>
</file>