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9671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574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9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5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53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4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361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9369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06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80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26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68C75-A0A8-4F81-BA7A-B5A9D3727E6C}" type="datetimeFigureOut">
              <a:rPr kumimoji="1" lang="ja-JP" altLang="en-US" smtClean="0"/>
              <a:t>2023/2/21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2C073-ED43-444A-AA8C-377339248F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39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331" y="230658"/>
            <a:ext cx="4741541" cy="6503773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8753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16" y="2008488"/>
            <a:ext cx="2657475" cy="285750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016146" y="1367481"/>
            <a:ext cx="2234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 smtClean="0"/>
              <a:t>列</a:t>
            </a:r>
            <a:r>
              <a:rPr kumimoji="1" lang="en-US" altLang="ja-JP" sz="1200" dirty="0" smtClean="0"/>
              <a:t>A</a:t>
            </a:r>
            <a:r>
              <a:rPr kumimoji="1" lang="ja-JP" altLang="en-US" sz="1200" dirty="0" smtClean="0"/>
              <a:t>と列</a:t>
            </a:r>
            <a:r>
              <a:rPr kumimoji="1" lang="en-US" altLang="ja-JP" sz="1200" dirty="0" smtClean="0"/>
              <a:t>B</a:t>
            </a:r>
            <a:r>
              <a:rPr lang="ja-JP" altLang="en-US" sz="1200" dirty="0" smtClean="0"/>
              <a:t>は本来は一致すべき</a:t>
            </a:r>
            <a:endParaRPr kumimoji="1" lang="en-US" altLang="ja-JP" sz="1200" dirty="0" smtClean="0"/>
          </a:p>
        </p:txBody>
      </p:sp>
      <p:sp>
        <p:nvSpPr>
          <p:cNvPr id="6" name="角丸四角形 5"/>
          <p:cNvSpPr/>
          <p:nvPr/>
        </p:nvSpPr>
        <p:spPr>
          <a:xfrm>
            <a:off x="1408670" y="2008488"/>
            <a:ext cx="667266" cy="2857500"/>
          </a:xfrm>
          <a:prstGeom prst="roundRect">
            <a:avLst>
              <a:gd name="adj" fmla="val 1227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/>
          <p:cNvSpPr/>
          <p:nvPr/>
        </p:nvSpPr>
        <p:spPr>
          <a:xfrm>
            <a:off x="2133600" y="2008488"/>
            <a:ext cx="667266" cy="2857500"/>
          </a:xfrm>
          <a:prstGeom prst="roundRect">
            <a:avLst>
              <a:gd name="adj" fmla="val 1227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カギ線コネクタ 8"/>
          <p:cNvCxnSpPr>
            <a:stCxn id="5" idx="2"/>
            <a:endCxn id="6" idx="0"/>
          </p:cNvCxnSpPr>
          <p:nvPr/>
        </p:nvCxnSpPr>
        <p:spPr>
          <a:xfrm rot="5400000">
            <a:off x="1755948" y="1630836"/>
            <a:ext cx="364008" cy="391297"/>
          </a:xfrm>
          <a:prstGeom prst="bentConnector3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カギ線コネクタ 10"/>
          <p:cNvCxnSpPr>
            <a:stCxn id="5" idx="2"/>
            <a:endCxn id="7" idx="0"/>
          </p:cNvCxnSpPr>
          <p:nvPr/>
        </p:nvCxnSpPr>
        <p:spPr>
          <a:xfrm rot="16200000" flipH="1">
            <a:off x="2118412" y="1659667"/>
            <a:ext cx="364008" cy="333633"/>
          </a:xfrm>
          <a:prstGeom prst="bentConnector3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124584" y="356080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 smtClean="0"/>
              <a:t>不一致</a:t>
            </a:r>
            <a:endParaRPr kumimoji="1" lang="ja-JP" altLang="en-US" sz="1200" dirty="0"/>
          </a:p>
        </p:txBody>
      </p:sp>
      <p:cxnSp>
        <p:nvCxnSpPr>
          <p:cNvPr id="16" name="カギ線コネクタ 15"/>
          <p:cNvCxnSpPr/>
          <p:nvPr/>
        </p:nvCxnSpPr>
        <p:spPr>
          <a:xfrm rot="10800000">
            <a:off x="2800867" y="3437239"/>
            <a:ext cx="647161" cy="123567"/>
          </a:xfrm>
          <a:prstGeom prst="bentConnector3">
            <a:avLst>
              <a:gd name="adj1" fmla="val 35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カギ線コネクタ 19"/>
          <p:cNvCxnSpPr>
            <a:stCxn id="14" idx="2"/>
          </p:cNvCxnSpPr>
          <p:nvPr/>
        </p:nvCxnSpPr>
        <p:spPr>
          <a:xfrm rot="5400000">
            <a:off x="3029059" y="3609611"/>
            <a:ext cx="190499" cy="646884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角丸四角形 20"/>
          <p:cNvSpPr/>
          <p:nvPr/>
        </p:nvSpPr>
        <p:spPr>
          <a:xfrm>
            <a:off x="1441621" y="3303373"/>
            <a:ext cx="1334531" cy="2141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1"/>
          <p:cNvSpPr/>
          <p:nvPr/>
        </p:nvSpPr>
        <p:spPr>
          <a:xfrm>
            <a:off x="1441621" y="3912973"/>
            <a:ext cx="1334531" cy="2141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8473" y="1471999"/>
            <a:ext cx="3966663" cy="3679224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222" y="1934347"/>
            <a:ext cx="3000375" cy="2857500"/>
          </a:xfrm>
          <a:prstGeom prst="rect">
            <a:avLst/>
          </a:prstGeom>
        </p:spPr>
      </p:pic>
      <p:sp>
        <p:nvSpPr>
          <p:cNvPr id="27" name="角丸四角形 26"/>
          <p:cNvSpPr/>
          <p:nvPr/>
        </p:nvSpPr>
        <p:spPr>
          <a:xfrm>
            <a:off x="6734850" y="1971419"/>
            <a:ext cx="503242" cy="2857500"/>
          </a:xfrm>
          <a:prstGeom prst="roundRect">
            <a:avLst>
              <a:gd name="adj" fmla="val 1227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041173" y="134791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/>
              <a:t>関数</a:t>
            </a:r>
            <a:r>
              <a:rPr lang="ja-JP" altLang="en-US" sz="1200" dirty="0" smtClean="0"/>
              <a:t>の適用結果</a:t>
            </a:r>
            <a:endParaRPr kumimoji="1" lang="en-US" altLang="ja-JP" sz="1200" dirty="0" smtClean="0"/>
          </a:p>
        </p:txBody>
      </p:sp>
      <p:cxnSp>
        <p:nvCxnSpPr>
          <p:cNvPr id="31" name="カギ線コネクタ 30"/>
          <p:cNvCxnSpPr/>
          <p:nvPr/>
        </p:nvCxnSpPr>
        <p:spPr>
          <a:xfrm rot="16200000" flipH="1">
            <a:off x="6670597" y="1637038"/>
            <a:ext cx="398634" cy="27012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11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16</Words>
  <Application>Microsoft Office PowerPoint</Application>
  <PresentationFormat>ワイド画面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tkjyoke</dc:creator>
  <cp:lastModifiedBy>tkjyoke</cp:lastModifiedBy>
  <cp:revision>6</cp:revision>
  <dcterms:created xsi:type="dcterms:W3CDTF">2023-02-21T01:34:26Z</dcterms:created>
  <dcterms:modified xsi:type="dcterms:W3CDTF">2023-02-21T07:43:16Z</dcterms:modified>
</cp:coreProperties>
</file>