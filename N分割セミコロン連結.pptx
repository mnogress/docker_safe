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D9E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89E3-2F32-442A-AECA-B531742DE3E7}" type="datetimeFigureOut">
              <a:rPr kumimoji="1" lang="ja-JP" altLang="en-US" smtClean="0"/>
              <a:t>2023/12/11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BC41-82AC-4338-8A1F-2ECF480E5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8080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89E3-2F32-442A-AECA-B531742DE3E7}" type="datetimeFigureOut">
              <a:rPr kumimoji="1" lang="ja-JP" altLang="en-US" smtClean="0"/>
              <a:t>2023/12/11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BC41-82AC-4338-8A1F-2ECF480E5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824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89E3-2F32-442A-AECA-B531742DE3E7}" type="datetimeFigureOut">
              <a:rPr kumimoji="1" lang="ja-JP" altLang="en-US" smtClean="0"/>
              <a:t>2023/12/11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BC41-82AC-4338-8A1F-2ECF480E5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797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89E3-2F32-442A-AECA-B531742DE3E7}" type="datetimeFigureOut">
              <a:rPr kumimoji="1" lang="ja-JP" altLang="en-US" smtClean="0"/>
              <a:t>2023/12/11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BC41-82AC-4338-8A1F-2ECF480E5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8934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89E3-2F32-442A-AECA-B531742DE3E7}" type="datetimeFigureOut">
              <a:rPr kumimoji="1" lang="ja-JP" altLang="en-US" smtClean="0"/>
              <a:t>2023/12/11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BC41-82AC-4338-8A1F-2ECF480E5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2758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89E3-2F32-442A-AECA-B531742DE3E7}" type="datetimeFigureOut">
              <a:rPr kumimoji="1" lang="ja-JP" altLang="en-US" smtClean="0"/>
              <a:t>2023/12/11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BC41-82AC-4338-8A1F-2ECF480E5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233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89E3-2F32-442A-AECA-B531742DE3E7}" type="datetimeFigureOut">
              <a:rPr kumimoji="1" lang="ja-JP" altLang="en-US" smtClean="0"/>
              <a:t>2023/12/11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BC41-82AC-4338-8A1F-2ECF480E5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383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89E3-2F32-442A-AECA-B531742DE3E7}" type="datetimeFigureOut">
              <a:rPr kumimoji="1" lang="ja-JP" altLang="en-US" smtClean="0"/>
              <a:t>2023/12/11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BC41-82AC-4338-8A1F-2ECF480E5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358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89E3-2F32-442A-AECA-B531742DE3E7}" type="datetimeFigureOut">
              <a:rPr kumimoji="1" lang="ja-JP" altLang="en-US" smtClean="0"/>
              <a:t>2023/12/11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BC41-82AC-4338-8A1F-2ECF480E5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4832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89E3-2F32-442A-AECA-B531742DE3E7}" type="datetimeFigureOut">
              <a:rPr kumimoji="1" lang="ja-JP" altLang="en-US" smtClean="0"/>
              <a:t>2023/12/11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BC41-82AC-4338-8A1F-2ECF480E5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8922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989E3-2F32-442A-AECA-B531742DE3E7}" type="datetimeFigureOut">
              <a:rPr kumimoji="1" lang="ja-JP" altLang="en-US" smtClean="0"/>
              <a:t>2023/12/11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4BC41-82AC-4338-8A1F-2ECF480E5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8110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989E3-2F32-442A-AECA-B531742DE3E7}" type="datetimeFigureOut">
              <a:rPr kumimoji="1" lang="ja-JP" altLang="en-US" smtClean="0"/>
              <a:t>2023/12/11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4BC41-82AC-4338-8A1F-2ECF480E57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9107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右矢印 15"/>
          <p:cNvSpPr/>
          <p:nvPr/>
        </p:nvSpPr>
        <p:spPr>
          <a:xfrm>
            <a:off x="4851688" y="2293346"/>
            <a:ext cx="1939290" cy="2033799"/>
          </a:xfrm>
          <a:prstGeom prst="rightArrow">
            <a:avLst>
              <a:gd name="adj1" fmla="val 50000"/>
              <a:gd name="adj2" fmla="val 32425"/>
            </a:avLst>
          </a:prstGeom>
          <a:solidFill>
            <a:srgbClr val="CC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154" y="950211"/>
            <a:ext cx="1924050" cy="4886325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978" y="2338695"/>
            <a:ext cx="3009900" cy="1943100"/>
          </a:xfrm>
          <a:prstGeom prst="rect">
            <a:avLst/>
          </a:prstGeom>
        </p:spPr>
      </p:pic>
      <p:sp>
        <p:nvSpPr>
          <p:cNvPr id="9" name="角丸四角形 8"/>
          <p:cNvSpPr/>
          <p:nvPr/>
        </p:nvSpPr>
        <p:spPr>
          <a:xfrm>
            <a:off x="2527073" y="1379912"/>
            <a:ext cx="2003367" cy="1025285"/>
          </a:xfrm>
          <a:prstGeom prst="roundRect">
            <a:avLst>
              <a:gd name="adj" fmla="val 15045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2527073" y="2493818"/>
            <a:ext cx="2003367" cy="1025285"/>
          </a:xfrm>
          <a:prstGeom prst="roundRect">
            <a:avLst>
              <a:gd name="adj" fmla="val 15045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/>
          <p:cNvSpPr/>
          <p:nvPr/>
        </p:nvSpPr>
        <p:spPr>
          <a:xfrm>
            <a:off x="2527073" y="3607724"/>
            <a:ext cx="2003367" cy="1025285"/>
          </a:xfrm>
          <a:prstGeom prst="roundRect">
            <a:avLst>
              <a:gd name="adj" fmla="val 15045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/>
          <p:cNvSpPr/>
          <p:nvPr/>
        </p:nvSpPr>
        <p:spPr>
          <a:xfrm>
            <a:off x="2527073" y="4721629"/>
            <a:ext cx="2003367" cy="1025285"/>
          </a:xfrm>
          <a:prstGeom prst="roundRect">
            <a:avLst>
              <a:gd name="adj" fmla="val 15045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934349" y="2940914"/>
            <a:ext cx="16884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N(4)</a:t>
            </a:r>
            <a:r>
              <a:rPr kumimoji="1" lang="ja-JP" altLang="en-US" sz="1400" dirty="0" smtClean="0"/>
              <a:t>個に区切り</a:t>
            </a:r>
            <a:endParaRPr kumimoji="1" lang="en-US" altLang="ja-JP" sz="1400" dirty="0" smtClean="0"/>
          </a:p>
          <a:p>
            <a:r>
              <a:rPr lang="ja-JP" altLang="en-US" sz="1400" dirty="0"/>
              <a:t>それぞれ</a:t>
            </a:r>
            <a:r>
              <a:rPr lang="ja-JP" altLang="en-US" sz="1400" dirty="0" smtClean="0"/>
              <a:t>を</a:t>
            </a:r>
            <a:r>
              <a:rPr lang="en-US" altLang="ja-JP" sz="1400" dirty="0" smtClean="0"/>
              <a:t>”;”</a:t>
            </a:r>
            <a:r>
              <a:rPr lang="ja-JP" altLang="en-US" sz="1400" dirty="0" smtClean="0"/>
              <a:t>で連結する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99148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tkjyoke</dc:creator>
  <cp:lastModifiedBy>tkjyoke</cp:lastModifiedBy>
  <cp:revision>2</cp:revision>
  <dcterms:created xsi:type="dcterms:W3CDTF">2023-12-08T07:00:30Z</dcterms:created>
  <dcterms:modified xsi:type="dcterms:W3CDTF">2023-12-11T01:54:33Z</dcterms:modified>
</cp:coreProperties>
</file>